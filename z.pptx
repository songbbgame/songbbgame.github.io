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FF"/>
    <a:srgbClr val="FF66FF"/>
    <a:srgbClr val="FBEC2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20" d="100"/>
          <a:sy n="120" d="100"/>
        </p:scale>
        <p:origin x="-1109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3000">
              <a:srgbClr val="FF66FF">
                <a:alpha val="60000"/>
              </a:srgbClr>
            </a:gs>
            <a:gs pos="49000">
              <a:schemeClr val="bg1"/>
            </a:gs>
            <a:gs pos="100000">
              <a:srgbClr val="00FFFF">
                <a:alpha val="51000"/>
              </a:srgb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2019/10/21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14489"/>
            <a:ext cx="7772400" cy="1885962"/>
          </a:xfr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政治交流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1142976" y="4500570"/>
            <a:ext cx="6915144" cy="1314458"/>
          </a:xfrm>
          <a:prstGeom prst="rect">
            <a:avLst/>
          </a:prstGeom>
          <a:gradFill rotWithShape="1"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宋北北 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中宋" pitchFamily="2" charset="-122"/>
                <a:ea typeface="华文中宋" pitchFamily="2" charset="-122"/>
                <a:cs typeface="+mn-cs"/>
              </a:rPr>
              <a:t>刘奕扬 章雨杰 刘童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2019/10/21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中宋" pitchFamily="2" charset="-122"/>
              <a:ea typeface="华文中宋" pitchFamily="2" charset="-122"/>
              <a:cs typeface="+mn-cs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357158" y="357166"/>
            <a:ext cx="2400288" cy="1543047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新闻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214282" y="2857496"/>
            <a:ext cx="8572560" cy="3000396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第六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届世界互联网大会</a:t>
            </a:r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日在浙江乌镇开幕。国家主席习近平致贺信。习近平指出，各国应努力推动构建网络空间命运共同体。</a:t>
            </a:r>
            <a:endParaRPr lang="zh-CN" altLang="en-US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pic>
        <p:nvPicPr>
          <p:cNvPr id="1026" name="Picture 2" descr="C:\Users\vip\Desktop\office\e66debd74c6478a3e7c17777b5619dad.jpg"/>
          <p:cNvPicPr>
            <a:picLocks noChangeAspect="1" noChangeArrowheads="1"/>
          </p:cNvPicPr>
          <p:nvPr/>
        </p:nvPicPr>
        <p:blipFill>
          <a:blip r:embed="rId2"/>
          <a:srcRect b="17184"/>
          <a:stretch>
            <a:fillRect/>
          </a:stretch>
        </p:blipFill>
        <p:spPr bwMode="auto">
          <a:xfrm>
            <a:off x="4286248" y="142852"/>
            <a:ext cx="3375445" cy="2454869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357158" y="357166"/>
            <a:ext cx="2400288" cy="1543047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新闻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4429124" y="357166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 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：第六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届世界互联网大会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日在浙江乌镇开幕。国家主席习近平致贺信。习近平指出，各国应努力推动构建网络空间命运共同体。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000100" y="3929066"/>
            <a:ext cx="7772400" cy="2571768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 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：当地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时间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，</a:t>
            </a:r>
            <a:endParaRPr lang="en-US" altLang="zh-CN" sz="32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美国联邦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航空局称，波音公司其实在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2016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年就发现，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737MAX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飞机存在安全隐患，但这一问题并没有被及时反映到监管机构。</a:t>
            </a:r>
          </a:p>
        </p:txBody>
      </p:sp>
      <p:pic>
        <p:nvPicPr>
          <p:cNvPr id="2050" name="Picture 2" descr="C:\Users\vip\Desktop\office\3c8b-ihfpfvz544608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44" y="1571612"/>
            <a:ext cx="4071966" cy="2197484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357158" y="357166"/>
            <a:ext cx="2400288" cy="1543047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新闻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4429124" y="357166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第六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届世界互联网大会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日在浙江乌镇开幕。国家主席习近平致贺信。习近平指出，各国应努力推动构建网络空间命运共同体。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000100" y="3929066"/>
            <a:ext cx="7772400" cy="2571768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3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日电 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(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周雯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)19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日，第七届世界军人运动会迎来开幕后的首个比赛日，稳居奖牌榜首位，迎来名副其实的“开门红”。</a:t>
            </a: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429124" y="1357298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 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：当地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时间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日，</a:t>
            </a:r>
            <a:endParaRPr lang="en-US" altLang="zh-CN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美国联邦航空局称，波音公司其实在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2016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年就发现，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737MAX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飞机存在安全隐患，但这一问题并没有被及时反映到监管机构。</a:t>
            </a:r>
          </a:p>
        </p:txBody>
      </p:sp>
      <p:pic>
        <p:nvPicPr>
          <p:cNvPr id="3074" name="Picture 2" descr="C:\Users\vip\Desktop\office\100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214554"/>
            <a:ext cx="2214578" cy="153175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357158" y="357166"/>
            <a:ext cx="2400288" cy="1543047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新闻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4429124" y="357166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第六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届世界互联网大会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日在浙江乌镇开幕。国家主席习近平致贺信。习近平指出，各国应努力推动构建网络空间命运共同体。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1000100" y="3929066"/>
            <a:ext cx="7772400" cy="2571768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4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日，</a:t>
            </a:r>
            <a:r>
              <a:rPr lang="zh-CN" altLang="en-US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联合国秘书长古特雷斯疾呼，联合国正面临十年来最严重的资金危机，或将导致联合国“停摆”，甚至“破产”。</a:t>
            </a: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429124" y="1357298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 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：当地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时间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日，</a:t>
            </a:r>
            <a:endParaRPr lang="en-US" altLang="zh-CN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美国联邦航空局称，波音公司其实在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2016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年就发现，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737MAX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飞机存在安全隐患，但这一问题并没有被及时反映到监管机构。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4429124" y="2428868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3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日电 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(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周雯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)19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日，第七届世界军人运动会迎来开幕后的首个比赛日，稳居奖牌榜首位，迎来名副其实的“开门红”。</a:t>
            </a:r>
          </a:p>
        </p:txBody>
      </p:sp>
      <p:pic>
        <p:nvPicPr>
          <p:cNvPr id="4098" name="Picture 2" descr="C:\Users\vip\Desktop\office\1034563456230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2143116"/>
            <a:ext cx="3629012" cy="1646924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357158" y="357166"/>
            <a:ext cx="2400288" cy="1543047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新闻</a:t>
            </a:r>
            <a:endParaRPr lang="zh-CN" altLang="en-US" sz="6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4429124" y="357166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 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第六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届世界互联网大会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日在浙江乌镇开幕。国家主席习近平致贺信。习近平指出，各国应努力推动构建网络空间命运共同体。</a:t>
            </a:r>
            <a:endParaRPr lang="zh-CN" altLang="en-US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/>
        </p:nvSpPr>
        <p:spPr>
          <a:xfrm>
            <a:off x="285720" y="4643446"/>
            <a:ext cx="8572560" cy="200026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5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当地时间</a:t>
            </a:r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日下午，印度尼西亚总统佐科</a:t>
            </a:r>
            <a:r>
              <a:rPr lang="en-US" altLang="zh-CN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·</a:t>
            </a:r>
            <a:r>
              <a:rPr lang="zh-CN" altLang="en-US" sz="3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维多多宣誓就职，开启他的第二个五年任期。</a:t>
            </a:r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4429124" y="1357298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 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：当地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时间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日，</a:t>
            </a:r>
            <a:endParaRPr lang="en-US" altLang="zh-CN" sz="14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美国联邦航空局称，波音公司其实在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2016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年就发现，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737MAX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飞机存在安全隐患，但这一问题并没有被及时反映到监管机构。</a:t>
            </a:r>
          </a:p>
        </p:txBody>
      </p:sp>
      <p:sp>
        <p:nvSpPr>
          <p:cNvPr id="8" name="标题 1"/>
          <p:cNvSpPr>
            <a:spLocks noGrp="1"/>
          </p:cNvSpPr>
          <p:nvPr/>
        </p:nvSpPr>
        <p:spPr>
          <a:xfrm>
            <a:off x="4429124" y="2428868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3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20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日电 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(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周雯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)19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日，第七届世界军人运动会迎来开幕后的首个比赛日，稳居奖牌榜首位，迎来名副其实的“开门红”。</a:t>
            </a:r>
          </a:p>
        </p:txBody>
      </p:sp>
      <p:sp>
        <p:nvSpPr>
          <p:cNvPr id="9" name="标题 1"/>
          <p:cNvSpPr>
            <a:spLocks noGrp="1"/>
          </p:cNvSpPr>
          <p:nvPr/>
        </p:nvSpPr>
        <p:spPr>
          <a:xfrm>
            <a:off x="4429124" y="3500438"/>
            <a:ext cx="4286280" cy="928694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4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：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 10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日，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联合国</a:t>
            </a:r>
            <a:r>
              <a:rPr lang="zh-CN" altLang="en-US" sz="1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秘书长古特雷斯疾呼，联合国正面临十年来最严重的资金危机，或将导致联合国“停摆”，甚至“破产”。</a:t>
            </a:r>
          </a:p>
        </p:txBody>
      </p:sp>
      <p:pic>
        <p:nvPicPr>
          <p:cNvPr id="5122" name="Picture 2" descr="C:\Users\vip\Desktop\office\10034574561260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143116"/>
            <a:ext cx="3143272" cy="2341737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357158" y="214290"/>
            <a:ext cx="8215370" cy="2000263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话题：</a:t>
            </a:r>
            <a:endParaRPr lang="en-US" altLang="zh-CN" sz="4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解读</a:t>
            </a:r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前三季度中国经济“成绩单”</a:t>
            </a:r>
            <a:endParaRPr lang="zh-CN" altLang="en-U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214282" y="2643182"/>
            <a:ext cx="8572560" cy="3857652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日消息（记者 高艺宁）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日上午，中国经济前三季度“成绩单”揭晓。据国家统计局发布，初步核算，前三季度国内生产总值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697798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亿元，按可比价格计算，同比增长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6.2%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。分季度看，一季度增长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6.4%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，二季度增长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6.2%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，三季度增长</a:t>
            </a:r>
            <a:r>
              <a:rPr lang="en-US" altLang="zh-CN" sz="240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6.0%</a:t>
            </a:r>
            <a:r>
              <a:rPr lang="zh-CN" alt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。</a:t>
            </a:r>
            <a:endParaRPr lang="en-US" altLang="zh-CN" sz="2400" dirty="0" smtClean="0"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中国经济依旧受贸易摩擦影响，但随着一系列“六稳”政策出台，经济有望进一步企稳，预计全年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GDP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增长在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6.2%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左右。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357158" y="214290"/>
            <a:ext cx="8215370" cy="2000263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话题：</a:t>
            </a:r>
            <a:endParaRPr lang="en-US" altLang="zh-CN" sz="4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解读</a:t>
            </a:r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前三季度中国经济“成绩单”</a:t>
            </a:r>
            <a:endParaRPr lang="zh-CN" altLang="en-U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214282" y="2643182"/>
            <a:ext cx="8572560" cy="3857652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10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月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日消息（记者 高艺宁）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18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日上午，中国经济前三季度“成绩单”揭晓。据国家统计局发布，初步核算，前三季度国内生产总值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697798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亿元，按可比价格计算，同比增长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6.2%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。分季度看，一季度增长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6.4%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，二季度增长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6.2%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，三季度增长</a:t>
            </a:r>
            <a:r>
              <a:rPr lang="en-US" altLang="zh-CN" sz="240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6.0%</a:t>
            </a:r>
            <a:r>
              <a:rPr lang="zh-CN" altLang="en-US" sz="2400" dirty="0" smtClean="0">
                <a:solidFill>
                  <a:schemeClr val="accent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。</a:t>
            </a:r>
            <a:endParaRPr lang="en-US" altLang="zh-CN" sz="2400" dirty="0" smtClean="0">
              <a:solidFill>
                <a:schemeClr val="accent2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中国经济依旧受贸易摩擦影响，但随着一系列“六稳”政策出台，经济有望进一步企稳，预计全年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GDP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增长在</a:t>
            </a:r>
            <a:r>
              <a:rPr lang="en-US" altLang="zh-CN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6.2%</a:t>
            </a:r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左右。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idx="1"/>
          </p:nvPr>
        </p:nvSpPr>
        <p:spPr>
          <a:xfrm>
            <a:off x="357158" y="214290"/>
            <a:ext cx="8215370" cy="2000263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话题：</a:t>
            </a:r>
            <a:endParaRPr lang="en-US" altLang="zh-CN" sz="40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  <a:p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解读</a:t>
            </a:r>
            <a:r>
              <a:rPr lang="zh-CN" altLang="en-US" sz="4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前三季度中国经济“成绩单”</a:t>
            </a:r>
            <a:endParaRPr lang="zh-CN" altLang="en-US" sz="4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itchFamily="2" charset="-122"/>
              <a:ea typeface="华文中宋" pitchFamily="2" charset="-122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214282" y="3929066"/>
            <a:ext cx="8572560" cy="2571768"/>
          </a:xfrm>
          <a:prstGeom prst="rect">
            <a:avLst/>
          </a:prstGeom>
          <a:gradFill>
            <a:gsLst>
              <a:gs pos="0">
                <a:schemeClr val="accent5">
                  <a:shade val="51000"/>
                  <a:satMod val="130000"/>
                </a:schemeClr>
              </a:gs>
              <a:gs pos="78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</a:schemeClr>
              </a:gs>
            </a:gsLst>
            <a:lin ang="16200000" scaled="0"/>
          </a:gradFill>
          <a:ln w="34925">
            <a:solidFill>
              <a:srgbClr val="FFFFFF"/>
            </a:solidFill>
          </a:ln>
          <a:effectLst>
            <a:outerShdw blurRad="317500" dist="76200" dir="5640000" algn="ctr">
              <a:schemeClr val="tx1">
                <a:alpha val="36000"/>
              </a:schemeClr>
            </a:outerShdw>
            <a:reflection blurRad="6350" stA="52000" endA="300" endPos="35000" dir="5400000" sy="-100000" algn="bl" rotWithShape="0"/>
          </a:effectLst>
          <a:scene3d>
            <a:camera prst="orthographicFront"/>
            <a:lightRig rig="balanced" dir="t"/>
          </a:scene3d>
          <a:sp3d extrusionH="38100" prstMaterial="clear">
            <a:bevelT w="260350" h="50800" prst="slope"/>
            <a:bevelB prst="softRound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itchFamily="2" charset="-122"/>
                <a:ea typeface="华文中宋" pitchFamily="2" charset="-122"/>
              </a:rPr>
              <a:t>坚持以习近平新时代中国特色社会主义思想为指导，深入贯彻落实党的十九大精神，坚持稳中求进工作总基调，坚持以脱贫攻坚统揽经济社会发展全局，守好发展和生态两条底线，经济持续稳定增长，结构持续优化，动能持续转换，民生持续改善，成绩来之不易。</a:t>
            </a:r>
          </a:p>
        </p:txBody>
      </p:sp>
      <p:pic>
        <p:nvPicPr>
          <p:cNvPr id="6146" name="Picture 2" descr="C:\Users\vip\Downloads\2CA60420-8D8B-4531-9F6B-517457CD6E5A.jpg"/>
          <p:cNvPicPr>
            <a:picLocks noChangeAspect="1" noChangeArrowheads="1"/>
          </p:cNvPicPr>
          <p:nvPr/>
        </p:nvPicPr>
        <p:blipFill>
          <a:blip r:embed="rId2" cstate="print"/>
          <a:srcRect t="23069" b="23104"/>
          <a:stretch>
            <a:fillRect/>
          </a:stretch>
        </p:blipFill>
        <p:spPr bwMode="auto">
          <a:xfrm>
            <a:off x="357158" y="2357430"/>
            <a:ext cx="3714776" cy="1500198"/>
          </a:xfrm>
          <a:prstGeom prst="rect">
            <a:avLst/>
          </a:prstGeom>
          <a:noFill/>
        </p:spPr>
      </p:pic>
      <p:pic>
        <p:nvPicPr>
          <p:cNvPr id="6147" name="Picture 3" descr="C:\Users\vip\Downloads\ACB194AA-017B-41CA-897F-D9933ED318DA.jpg"/>
          <p:cNvPicPr>
            <a:picLocks noChangeAspect="1" noChangeArrowheads="1"/>
          </p:cNvPicPr>
          <p:nvPr/>
        </p:nvPicPr>
        <p:blipFill>
          <a:blip r:embed="rId3"/>
          <a:srcRect t="5448" b="23733"/>
          <a:stretch>
            <a:fillRect/>
          </a:stretch>
        </p:blipFill>
        <p:spPr bwMode="auto">
          <a:xfrm>
            <a:off x="4214810" y="2214554"/>
            <a:ext cx="3500462" cy="1857388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816</Words>
  <PresentationFormat>全屏显示(4:3)</PresentationFormat>
  <Paragraphs>38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政治交流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vip</dc:creator>
  <cp:lastModifiedBy>vip</cp:lastModifiedBy>
  <cp:revision>29</cp:revision>
  <dcterms:created xsi:type="dcterms:W3CDTF">2019-10-20T17:03:37Z</dcterms:created>
  <dcterms:modified xsi:type="dcterms:W3CDTF">2019-10-20T18:42:48Z</dcterms:modified>
</cp:coreProperties>
</file>